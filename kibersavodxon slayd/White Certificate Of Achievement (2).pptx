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Montserrat Bold" charset="-52"/>
      <p:regular r:id="rId3"/>
    </p:embeddedFont>
    <p:embeddedFont>
      <p:font typeface="Montserrat" charset="-52"/>
      <p:regular r:id="rId4"/>
    </p:embeddedFont>
    <p:embeddedFont>
      <p:font typeface="Calibri" pitchFamily="34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69" t="-16196" r="-33902" b="-16195"/>
            </a:stretch>
          </a:blipFill>
        </p:spPr>
      </p:sp>
      <p:sp>
        <p:nvSpPr>
          <p:cNvPr id="3" name="Freeform 3"/>
          <p:cNvSpPr/>
          <p:nvPr/>
        </p:nvSpPr>
        <p:spPr>
          <a:xfrm rot="-510105">
            <a:off x="-4936496" y="-3519695"/>
            <a:ext cx="10963150" cy="10963150"/>
          </a:xfrm>
          <a:custGeom>
            <a:avLst/>
            <a:gdLst/>
            <a:ahLst/>
            <a:cxnLst/>
            <a:rect l="l" t="t" r="r" b="b"/>
            <a:pathLst>
              <a:path w="10963150" h="10963150">
                <a:moveTo>
                  <a:pt x="0" y="0"/>
                </a:moveTo>
                <a:lnTo>
                  <a:pt x="10963150" y="0"/>
                </a:lnTo>
                <a:lnTo>
                  <a:pt x="10963150" y="10963150"/>
                </a:lnTo>
                <a:lnTo>
                  <a:pt x="0" y="109631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8018782">
            <a:off x="-941830" y="3141722"/>
            <a:ext cx="8302784" cy="6642227"/>
          </a:xfrm>
          <a:custGeom>
            <a:avLst/>
            <a:gdLst/>
            <a:ahLst/>
            <a:cxnLst/>
            <a:rect l="l" t="t" r="r" b="b"/>
            <a:pathLst>
              <a:path w="8302784" h="6642227">
                <a:moveTo>
                  <a:pt x="0" y="0"/>
                </a:moveTo>
                <a:lnTo>
                  <a:pt x="8302783" y="0"/>
                </a:lnTo>
                <a:lnTo>
                  <a:pt x="8302783" y="6642227"/>
                </a:lnTo>
                <a:lnTo>
                  <a:pt x="0" y="66422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36878" y="4370602"/>
            <a:ext cx="3703151" cy="3723461"/>
          </a:xfrm>
          <a:custGeom>
            <a:avLst/>
            <a:gdLst/>
            <a:ahLst/>
            <a:cxnLst/>
            <a:rect l="l" t="t" r="r" b="b"/>
            <a:pathLst>
              <a:path w="3703151" h="3723461">
                <a:moveTo>
                  <a:pt x="0" y="0"/>
                </a:moveTo>
                <a:lnTo>
                  <a:pt x="3703151" y="0"/>
                </a:lnTo>
                <a:lnTo>
                  <a:pt x="3703151" y="3723461"/>
                </a:lnTo>
                <a:lnTo>
                  <a:pt x="0" y="37234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71649">
            <a:off x="-1912644" y="2509881"/>
            <a:ext cx="7574514" cy="2354985"/>
          </a:xfrm>
          <a:custGeom>
            <a:avLst/>
            <a:gdLst/>
            <a:ahLst/>
            <a:cxnLst/>
            <a:rect l="l" t="t" r="r" b="b"/>
            <a:pathLst>
              <a:path w="7574514" h="2354985">
                <a:moveTo>
                  <a:pt x="0" y="0"/>
                </a:moveTo>
                <a:lnTo>
                  <a:pt x="7574514" y="0"/>
                </a:lnTo>
                <a:lnTo>
                  <a:pt x="7574514" y="2354986"/>
                </a:lnTo>
                <a:lnTo>
                  <a:pt x="0" y="23549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4425448" y="4157708"/>
            <a:ext cx="5510552" cy="0"/>
          </a:xfrm>
          <a:prstGeom prst="line">
            <a:avLst/>
          </a:prstGeom>
          <a:ln w="28575" cap="flat">
            <a:solidFill>
              <a:srgbClr val="5E17E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8838109" y="5418372"/>
            <a:ext cx="1304372" cy="1627921"/>
          </a:xfrm>
          <a:custGeom>
            <a:avLst/>
            <a:gdLst/>
            <a:ahLst/>
            <a:cxnLst/>
            <a:rect l="l" t="t" r="r" b="b"/>
            <a:pathLst>
              <a:path w="1304372" h="1627921">
                <a:moveTo>
                  <a:pt x="0" y="0"/>
                </a:moveTo>
                <a:lnTo>
                  <a:pt x="1304372" y="0"/>
                </a:lnTo>
                <a:lnTo>
                  <a:pt x="1304372" y="1627921"/>
                </a:lnTo>
                <a:lnTo>
                  <a:pt x="0" y="1627921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870868" y="917925"/>
            <a:ext cx="5065132" cy="65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87"/>
              </a:lnSpc>
            </a:pPr>
            <a:r>
              <a:rPr lang="en-US" sz="5440" b="1">
                <a:solidFill>
                  <a:srgbClr val="5E17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CERTIFICATE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35814" y="4357933"/>
            <a:ext cx="5700186" cy="604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41"/>
              </a:lnSpc>
            </a:pPr>
            <a:r>
              <a:rPr lang="en-US" sz="1878" b="1">
                <a:solidFill>
                  <a:srgbClr val="5E17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Kibersavodxonlik kursini muaffaqiyatli tamiomlagani uchun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04233" y="2880725"/>
            <a:ext cx="4131767" cy="240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13"/>
              </a:lnSpc>
            </a:pPr>
            <a:r>
              <a:rPr lang="en-US" sz="1778">
                <a:solidFill>
                  <a:srgbClr val="5E17EB"/>
                </a:solidFill>
                <a:latin typeface="Montserrat"/>
                <a:ea typeface="Montserrat"/>
                <a:cs typeface="Montserrat"/>
                <a:sym typeface="Montserrat"/>
              </a:rPr>
              <a:t>this certificate proudly present 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Произвольный</PresentationFormat>
  <Paragraphs>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Montserrat Bold</vt:lpstr>
      <vt:lpstr>Montserrat</vt:lpstr>
      <vt:lpstr>Calibri</vt:lpstr>
      <vt:lpstr>Office Theme</vt:lpstr>
      <vt:lpstr>Слайд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Certificate Of Achievement</dc:title>
  <cp:lastModifiedBy>Пользователь</cp:lastModifiedBy>
  <cp:revision>2</cp:revision>
  <dcterms:created xsi:type="dcterms:W3CDTF">2006-08-16T00:00:00Z</dcterms:created>
  <dcterms:modified xsi:type="dcterms:W3CDTF">2026-08-12T16:16:46Z</dcterms:modified>
  <dc:identifier>DAHSF5pw7Is</dc:identifier>
</cp:coreProperties>
</file>